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5"/>
  </p:normalViewPr>
  <p:slideViewPr>
    <p:cSldViewPr snapToGrid="0">
      <p:cViewPr>
        <p:scale>
          <a:sx n="236" d="100"/>
          <a:sy n="236" d="100"/>
        </p:scale>
        <p:origin x="-7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5E4A4-69BE-C19E-A9EE-3EF8B4EB1D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E2A538-DC38-C30F-8865-5DEA7CCE9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F8B0F-E63F-2128-39BE-2E973A555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7EC8-5B69-A84A-A315-6E0863F7D30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00724-73BB-14DE-7DF4-301DFE593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48406-91D9-01C2-A020-5EDB93F5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0A170-A57D-014F-9C25-1BFC5B2C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373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FE5D8-E624-AF49-3A80-4A365305B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90BE9-6A78-E5CF-0FB6-B10C60F52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5518D-EF68-F63C-AEFB-88E9D968B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7EC8-5B69-A84A-A315-6E0863F7D30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FA242-A63F-7E90-5CB1-B04ED93D1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188AA-35EC-216A-BEC5-D7F24B43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0A170-A57D-014F-9C25-1BFC5B2C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82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1AC38-F519-D40D-54DA-DE83CBBA6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F8066-927E-CC3D-CDCE-66394AC35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33246-2348-1BB5-A1C1-7930D284A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7EC8-5B69-A84A-A315-6E0863F7D30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EA395-3230-54E4-0B79-2327B11A6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C6BBE-43FE-C222-1D2D-0778D6AFD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0A170-A57D-014F-9C25-1BFC5B2C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55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7A48B-C27D-B5F5-65CC-C5B99ECCB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30332-9C73-D1D2-2204-78202C956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AE277-71B9-7B87-8B7C-A1B750656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23D89-1174-ECA8-5298-5EB19E290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7EC8-5B69-A84A-A315-6E0863F7D30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3257BE-B0A0-DBFF-58FD-D1D62655D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E9A4EE-44FB-643F-D1D3-70DA224E9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0A170-A57D-014F-9C25-1BFC5B2C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096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5E3BB-3F98-9A6C-E11B-EDCEC8DE0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74AC8-573B-49EB-4EAD-FF5F22704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BD89F4-3EEE-A8F7-5F93-5B092079E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F6BC4A-5072-A5B6-D4C6-23D869D3FA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B42386-18D9-CB1A-1AC8-FA1D5B60B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AB1B80-B511-A69B-CE2F-7DA0E4E13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7EC8-5B69-A84A-A315-6E0863F7D30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A36BED-3DFF-6ADD-C3C7-A0C8549D9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44D628-7716-2A51-24C6-3787635E7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0A170-A57D-014F-9C25-1BFC5B2C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60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2AA38-0D4B-9EA7-4AEA-BE117B435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A0473D-B457-BFDF-909D-26E30462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7EC8-5B69-A84A-A315-6E0863F7D30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C13D0-FDC1-9772-BC21-7A98E7EB6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16AB1-E95D-1457-0034-6B0874A1D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0A170-A57D-014F-9C25-1BFC5B2C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803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D661CA-F415-578C-060C-6B3128B6D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7EC8-5B69-A84A-A315-6E0863F7D30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AE62B9-266A-FB84-D52E-C1A2211D2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CDB42-5342-EC28-F117-B258724A4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0A170-A57D-014F-9C25-1BFC5B2C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747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65CCB-732F-9E2F-15A6-47687FA01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D1337-5605-88A4-9F81-AECAE08F9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73A81-C0B4-E916-03F6-69C500A99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1A0B6-722E-EB28-7731-1D1CF9EFB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7EC8-5B69-A84A-A315-6E0863F7D30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D4FCF-B2C2-8DB5-1FA5-32CA52A1E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C5585F-7AD5-CE32-BDB1-A7A261A92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0A170-A57D-014F-9C25-1BFC5B2C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438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B51C4-98E1-D380-4BFB-C3C8DB38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54CA23-556D-E730-4B52-417846B2BD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8FE002-7909-10B5-7CF5-3F068E053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20DCB-212F-84F3-598F-E19A0F9E3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7EC8-5B69-A84A-A315-6E0863F7D30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8238C-1C78-DF80-082E-4D3930019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3F210-8387-C243-2431-FFF807C03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0A170-A57D-014F-9C25-1BFC5B2C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784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AA9CA-0FFD-D670-A9F3-0ECA6AA6A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A8D216-3AF0-223E-9C0D-E931FCB3A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E06B8-14C5-31C4-BA76-768CD284C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7EC8-5B69-A84A-A315-6E0863F7D30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D1F4E-DF66-7AE4-0B29-0EB80C7AD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35A12-8B3A-E9C8-9966-2A535A7D3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0A170-A57D-014F-9C25-1BFC5B2C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4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F9741F-5F8B-7D0F-DC45-DA173F9999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A36599-58B3-39F9-85B2-29B3F7B3B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AEC2-C2A6-4236-E5B1-0B674B62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7EC8-5B69-A84A-A315-6E0863F7D30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81921-F50E-1DBF-B9F2-0534A5A34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100B1-BAF5-D7A0-8EE0-AD834C1E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0A170-A57D-014F-9C25-1BFC5B2C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04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4AC6A4-04A4-1F7B-43BF-0F12F82F5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E830F-F24B-22E6-9517-1DC28CDCB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4A1E7-AE0B-1E23-2E97-BCE3A97EB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E7EC8-5B69-A84A-A315-6E0863F7D30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C76CC-436C-185E-9A63-027050C792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5355A-5952-6122-438A-CF8FD2074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0A170-A57D-014F-9C25-1BFC5B2CC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79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09C5389-846D-6C25-7E02-8EAA5F25ADEC}"/>
              </a:ext>
            </a:extLst>
          </p:cNvPr>
          <p:cNvSpPr/>
          <p:nvPr/>
        </p:nvSpPr>
        <p:spPr>
          <a:xfrm>
            <a:off x="1425388" y="1371601"/>
            <a:ext cx="1187183" cy="9144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Helvetica" pitchFamily="2" charset="0"/>
                <a:cs typeface="Baloo Bhaijaan" panose="03080902040302020200" pitchFamily="66" charset="-78"/>
              </a:rPr>
              <a:t>KT</a:t>
            </a:r>
            <a:endParaRPr lang="en-US" b="1" dirty="0">
              <a:latin typeface="Helvetica" pitchFamily="2" charset="0"/>
              <a:cs typeface="Baloo Bhaijaan" panose="03080902040302020200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62080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Glandorf</dc:creator>
  <cp:lastModifiedBy>Dominik Glandorf</cp:lastModifiedBy>
  <cp:revision>1</cp:revision>
  <dcterms:created xsi:type="dcterms:W3CDTF">2025-11-24T17:47:39Z</dcterms:created>
  <dcterms:modified xsi:type="dcterms:W3CDTF">2025-11-24T18:05:01Z</dcterms:modified>
</cp:coreProperties>
</file>